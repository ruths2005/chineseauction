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58" d="100"/>
          <a:sy n="58" d="100"/>
        </p:scale>
        <p:origin x="9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53D50FD-6E28-C02D-8D04-206CAA183B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9DCBCFA0-E715-E06E-CBF5-D844AC7CD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726A41D-59E6-9A26-17B1-BB022DCEF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E3193-F209-40F5-9CE7-4F19D4EC4DA7}" type="datetimeFigureOut">
              <a:rPr lang="he-IL" smtClean="0"/>
              <a:t>כ"ז/כסלו/תשפ"ו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3EE7349-EC78-7C39-F647-83503308F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92D275C-1A28-A414-EAED-9DF50CA09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4F07-B92B-488D-94B0-80A3147AF5E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53927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6BDEB83-E42D-8FAA-0066-2A22E21B0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0F0C041-6B35-A77D-4BF2-E2DDD9B4E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6BFA1A6-B0D6-5486-C4C1-8C1E6E5AD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E3193-F209-40F5-9CE7-4F19D4EC4DA7}" type="datetimeFigureOut">
              <a:rPr lang="he-IL" smtClean="0"/>
              <a:t>כ"ז/כסלו/תשפ"ו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F4679FD-863A-19D9-CC79-82155402B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84996F2-DAE4-1410-DF2A-108B19E49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4F07-B92B-488D-94B0-80A3147AF5E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42994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DE77AB9-5F65-EEF3-BCF9-B230A1E6E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A18E7E1-9F4F-AEE2-69F7-87006F724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80BB3F5-2D17-F17E-A9DB-ED716B0F0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E3193-F209-40F5-9CE7-4F19D4EC4DA7}" type="datetimeFigureOut">
              <a:rPr lang="he-IL" smtClean="0"/>
              <a:t>כ"ז/כסלו/תשפ"ו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6BC6E8E-5155-E3D8-3380-BB44DF6D8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1B1A682-9A1A-B9B4-E758-28997C017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4F07-B92B-488D-94B0-80A3147AF5E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84887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B5B28D4-7AD9-DEDA-301B-67C123018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A47F7A3-E568-4081-B88B-24FE8F16C4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7BA065A0-959C-72C2-75EC-4D79B4D51D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77C89CAD-5FE4-95DA-4BDF-DD49C4C9E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E3193-F209-40F5-9CE7-4F19D4EC4DA7}" type="datetimeFigureOut">
              <a:rPr lang="he-IL" smtClean="0"/>
              <a:t>כ"ז/כסלו/תשפ"ו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2CE48BE5-57D8-1D9E-37CE-1FE7F63F7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D1D0DE0F-18F5-E6D2-8D1D-B4E21FD60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4F07-B92B-488D-94B0-80A3147AF5E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83274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A2D3657-2A07-9660-1148-F6AA3860E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C7259AC-DC89-7ED9-1F7C-01612F1BA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E6FC93CC-A5B5-EE05-CA97-817F47D494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35AB4F80-C52E-1705-7D96-3678D5FD4B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5D9CC517-DF1E-C231-831D-220CF98C7B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D57E08A0-6E63-18BC-5F3D-C9F69623D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E3193-F209-40F5-9CE7-4F19D4EC4DA7}" type="datetimeFigureOut">
              <a:rPr lang="he-IL" smtClean="0"/>
              <a:t>כ"ז/כסלו/תשפ"ו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2F179F80-1041-82FE-D4DF-A7D779844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B9D4ADA7-FA24-7F26-21F1-F22495D47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4F07-B92B-488D-94B0-80A3147AF5E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03939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D3C2B2F-62D5-B0A0-C8C0-F0946C2D6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A542073E-8500-BB52-8489-D81EBC233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E3193-F209-40F5-9CE7-4F19D4EC4DA7}" type="datetimeFigureOut">
              <a:rPr lang="he-IL" smtClean="0"/>
              <a:t>כ"ז/כסלו/תשפ"ו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C89D1D91-D197-292D-A1BB-15C5DF3B1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133CDBF4-55A2-3A11-8D09-2A2359477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4F07-B92B-488D-94B0-80A3147AF5E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70780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3D0F8681-328B-374F-4E37-258C02999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E3193-F209-40F5-9CE7-4F19D4EC4DA7}" type="datetimeFigureOut">
              <a:rPr lang="he-IL" smtClean="0"/>
              <a:t>כ"ז/כסלו/תשפ"ו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C20D0ECC-F601-01A9-58A9-5091F2C44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88B1E7E-D671-84FB-9CD4-3209ECD01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4F07-B92B-488D-94B0-80A3147AF5E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84989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4006EB8-02F1-4BBD-88B6-B94C1BA6D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FF9C177-3D68-C226-0443-09586D96D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CF316070-C852-C25D-7F3E-EB229C4E7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1BFBDCB-D52E-D54A-CCBA-B6C6F632F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E3193-F209-40F5-9CE7-4F19D4EC4DA7}" type="datetimeFigureOut">
              <a:rPr lang="he-IL" smtClean="0"/>
              <a:t>כ"ז/כסלו/תשפ"ו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2044C482-0667-5781-35A1-633F74882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A7AFE94-EB0A-6C9C-DE38-C641246D5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4F07-B92B-488D-94B0-80A3147AF5E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9672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E52D293-6EFC-2E3B-32B0-B17E09A43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E73CFB49-1D44-74AC-0AFA-5E79C4957A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E9978157-8FF5-9CDD-672C-43B706C602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45B2D81-B6A1-A0B4-30C5-39D00C6C5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E3193-F209-40F5-9CE7-4F19D4EC4DA7}" type="datetimeFigureOut">
              <a:rPr lang="he-IL" smtClean="0"/>
              <a:t>כ"ז/כסלו/תשפ"ו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72A826D8-E26C-E466-BDFB-384704B2A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A367A83-FB09-4176-F951-CCC91FB3C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4F07-B92B-488D-94B0-80A3147AF5E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68652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D708CD8-8895-1B33-7BB9-76461EC6E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8A2F28C7-84FB-535A-AC92-55E11974B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240E759-9798-70D1-ED2E-F4A5A3DEE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E3193-F209-40F5-9CE7-4F19D4EC4DA7}" type="datetimeFigureOut">
              <a:rPr lang="he-IL" smtClean="0"/>
              <a:t>כ"ז/כסלו/תשפ"ו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49AFA61-1A33-91A0-4024-3E7321F34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9CFA1BE-00A9-FBEC-74D1-F46DE297A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4F07-B92B-488D-94B0-80A3147AF5E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39694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97BF1010-7C04-DEC0-10E8-68BF2193B9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749B36C-32CB-315E-F344-4713D32A76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66F54F7-34D5-08CF-1AD0-8944F00AF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E3193-F209-40F5-9CE7-4F19D4EC4DA7}" type="datetimeFigureOut">
              <a:rPr lang="he-IL" smtClean="0"/>
              <a:t>כ"ז/כסלו/תשפ"ו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B5E6001-6FE4-E097-74E6-296F6BC8A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66B1919-92CB-CD01-79C0-ABA74B4B7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4F07-B92B-488D-94B0-80A3147AF5E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70621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0A3665A9-E8A7-0A23-1CF2-716B11438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A83F47C-5C18-954B-E129-6A0803F30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B3E3A66-4FF2-33D3-9DDE-1A362C4EDF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3E3193-F209-40F5-9CE7-4F19D4EC4DA7}" type="datetimeFigureOut">
              <a:rPr lang="he-IL" smtClean="0"/>
              <a:t>כ"ז/כסלו/תשפ"ו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EF25082-C630-E6F9-C395-BA2BD2E35E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EE14A7F-F22B-A563-2E59-7BD2FE5109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264F07-B92B-488D-94B0-80A3147AF5E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91634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57DBBAD-D289-302E-BD60-FAF0CB1C52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17D806D-FAE4-40A9-B0E3-2050AAC7AD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1026" name="Picture 2" descr="טיסה בשמי הארץ בדרום | Weekend">
            <a:extLst>
              <a:ext uri="{FF2B5EF4-FFF2-40B4-BE49-F238E27FC236}">
                <a16:creationId xmlns:a16="http://schemas.microsoft.com/office/drawing/2014/main" id="{31D86235-EDD6-3B47-EF31-622070A3F7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2362200"/>
            <a:ext cx="32004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6102720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מסך רחב</PresentationFormat>
  <Paragraphs>0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חגית שימל</dc:creator>
  <cp:lastModifiedBy>חגית שימל</cp:lastModifiedBy>
  <cp:revision>1</cp:revision>
  <dcterms:created xsi:type="dcterms:W3CDTF">2025-12-17T18:49:48Z</dcterms:created>
  <dcterms:modified xsi:type="dcterms:W3CDTF">2025-12-17T18:50:22Z</dcterms:modified>
</cp:coreProperties>
</file>